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60" r:id="rId5"/>
    <p:sldId id="269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876" y="4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3D2E-6512-A699-F7DD-F0E68475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7DAC5F70-C0DB-263D-43A8-338181963D85}"/>
              </a:ext>
            </a:extLst>
          </p:cNvPr>
          <p:cNvGrpSpPr/>
          <p:nvPr/>
        </p:nvGrpSpPr>
        <p:grpSpPr>
          <a:xfrm>
            <a:off x="-558800" y="-228600"/>
            <a:ext cx="16814800" cy="9410700"/>
            <a:chOff x="0" y="0"/>
            <a:chExt cx="16256000" cy="914400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833ECECF-2E09-B94C-4E5C-E6F177338BD6}"/>
                </a:ext>
              </a:extLst>
            </p:cNvPr>
            <p:cNvSpPr/>
            <p:nvPr/>
          </p:nvSpPr>
          <p:spPr>
            <a:xfrm>
              <a:off x="0" y="0"/>
              <a:ext cx="16256000" cy="9144000"/>
            </a:xfrm>
            <a:prstGeom prst="rect">
              <a:avLst/>
            </a:prstGeom>
            <a:solidFill>
              <a:srgbClr val="F6F4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4BCEE692-6809-20CF-4520-7DC178483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38100"/>
              <a:ext cx="965200" cy="9067800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63BD93-A692-8D29-7FED-564FBA939982}"/>
              </a:ext>
            </a:extLst>
          </p:cNvPr>
          <p:cNvSpPr txBox="1"/>
          <p:nvPr/>
        </p:nvSpPr>
        <p:spPr>
          <a:xfrm>
            <a:off x="660400" y="286909"/>
            <a:ext cx="4394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Aptos Display" panose="020B0004020202020204" pitchFamily="34" charset="0"/>
                <a:cs typeface="AngsanaUPC" panose="020B0502040204020203" pitchFamily="18" charset="-34"/>
              </a:rPr>
              <a:t>#contexto do produto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C13E20-2480-732B-6E6B-3D6AD124C7C5}"/>
              </a:ext>
            </a:extLst>
          </p:cNvPr>
          <p:cNvSpPr txBox="1"/>
          <p:nvPr/>
        </p:nvSpPr>
        <p:spPr>
          <a:xfrm>
            <a:off x="660400" y="740877"/>
            <a:ext cx="12066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latin typeface="Aptos Display" panose="020B0004020202020204" pitchFamily="34" charset="0"/>
                <a:cs typeface="AngsanaUPC" panose="020B0502040204020203" pitchFamily="18" charset="-34"/>
              </a:rPr>
              <a:t>SLACK – NOVA VERTICAL DE COMUNIDADES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C52757F-0CD1-7BD7-E4F2-F2BA85053274}"/>
              </a:ext>
            </a:extLst>
          </p:cNvPr>
          <p:cNvGrpSpPr/>
          <p:nvPr/>
        </p:nvGrpSpPr>
        <p:grpSpPr>
          <a:xfrm>
            <a:off x="635000" y="1387207"/>
            <a:ext cx="15189200" cy="7015915"/>
            <a:chOff x="1651000" y="2269393"/>
            <a:chExt cx="13792200" cy="5736272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95CB7D53-CDEB-84A0-AE9A-A30E9FEEA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586"/>
            <a:stretch>
              <a:fillRect/>
            </a:stretch>
          </p:blipFill>
          <p:spPr>
            <a:xfrm>
              <a:off x="1651000" y="4724400"/>
              <a:ext cx="13792200" cy="3281265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31630338-F5E6-7EB8-8BA0-42F5BD28A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1650" y="2269393"/>
              <a:ext cx="8591550" cy="226695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82889BDD-9444-78A6-3F51-6816762EE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421" t="3625"/>
            <a:stretch>
              <a:fillRect/>
            </a:stretch>
          </p:blipFill>
          <p:spPr>
            <a:xfrm>
              <a:off x="1651000" y="2320373"/>
              <a:ext cx="5200650" cy="22159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17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63B2-B056-6003-467C-88E1B342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20BA09CD-2ABB-6868-6299-9B235D0A685B}"/>
              </a:ext>
            </a:extLst>
          </p:cNvPr>
          <p:cNvGrpSpPr/>
          <p:nvPr/>
        </p:nvGrpSpPr>
        <p:grpSpPr>
          <a:xfrm>
            <a:off x="0" y="0"/>
            <a:ext cx="16256000" cy="9144000"/>
            <a:chOff x="0" y="0"/>
            <a:chExt cx="16256000" cy="914400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B8239DF6-A4BC-0001-9158-BEB609FEFACB}"/>
                </a:ext>
              </a:extLst>
            </p:cNvPr>
            <p:cNvSpPr/>
            <p:nvPr/>
          </p:nvSpPr>
          <p:spPr>
            <a:xfrm>
              <a:off x="0" y="0"/>
              <a:ext cx="16256000" cy="9144000"/>
            </a:xfrm>
            <a:prstGeom prst="rect">
              <a:avLst/>
            </a:prstGeom>
            <a:solidFill>
              <a:srgbClr val="F6F4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DAD43CA2-C137-37AE-545C-5BC94870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38100"/>
              <a:ext cx="965200" cy="9067800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CD2BA1-09E6-1A51-493D-01A051706779}"/>
              </a:ext>
            </a:extLst>
          </p:cNvPr>
          <p:cNvSpPr txBox="1"/>
          <p:nvPr/>
        </p:nvSpPr>
        <p:spPr>
          <a:xfrm>
            <a:off x="1193800" y="609600"/>
            <a:ext cx="3701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latin typeface="Aptos Display" panose="020B0004020202020204" pitchFamily="34" charset="0"/>
                <a:cs typeface="AngsanaUPC" panose="020B0502040204020203" pitchFamily="18" charset="-34"/>
              </a:rPr>
              <a:t>#modelo de negócio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20001F-EC95-1C60-C43D-2626AEA6610F}"/>
              </a:ext>
            </a:extLst>
          </p:cNvPr>
          <p:cNvSpPr txBox="1"/>
          <p:nvPr/>
        </p:nvSpPr>
        <p:spPr>
          <a:xfrm>
            <a:off x="1193800" y="1066800"/>
            <a:ext cx="3518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latin typeface="Aptos Display" panose="020B0004020202020204" pitchFamily="34" charset="0"/>
                <a:cs typeface="AngsanaUPC" panose="020B0502040204020203" pitchFamily="18" charset="-34"/>
              </a:rPr>
              <a:t>Lean Canvas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14848B-6EC4-D13D-EC6A-F64AF5170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743200"/>
            <a:ext cx="11811000" cy="59311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123A6A8-3665-E390-B6EC-3FDF7824E433}"/>
              </a:ext>
            </a:extLst>
          </p:cNvPr>
          <p:cNvSpPr txBox="1"/>
          <p:nvPr/>
        </p:nvSpPr>
        <p:spPr>
          <a:xfrm>
            <a:off x="1206500" y="1981187"/>
            <a:ext cx="9779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latin typeface="Aptos Display" panose="020B0004020202020204" pitchFamily="34" charset="0"/>
                <a:cs typeface="AngsanaUPC" panose="020B0502040204020203" pitchFamily="18" charset="-34"/>
              </a:rPr>
              <a:t>O Processo foi estruturado com a visão do Lean Canvas</a:t>
            </a:r>
          </a:p>
        </p:txBody>
      </p:sp>
    </p:spTree>
    <p:extLst>
      <p:ext uri="{BB962C8B-B14F-4D97-AF65-F5344CB8AC3E}">
        <p14:creationId xmlns:p14="http://schemas.microsoft.com/office/powerpoint/2010/main" val="64313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49C06AB-649F-37A1-57F4-388D89DD6403}"/>
              </a:ext>
            </a:extLst>
          </p:cNvPr>
          <p:cNvSpPr/>
          <p:nvPr/>
        </p:nvSpPr>
        <p:spPr>
          <a:xfrm>
            <a:off x="7747000" y="5905500"/>
            <a:ext cx="4191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E64631-7B9C-6417-9071-91B3EBDEC2CC}"/>
              </a:ext>
            </a:extLst>
          </p:cNvPr>
          <p:cNvSpPr/>
          <p:nvPr/>
        </p:nvSpPr>
        <p:spPr>
          <a:xfrm>
            <a:off x="11036300" y="5486400"/>
            <a:ext cx="9017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006AF0-39CC-3AC1-D6C3-A986F5C3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6256000" cy="9169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</Words>
  <Application>Microsoft Office PowerPoint</Application>
  <PresentationFormat>Personalizar</PresentationFormat>
  <Paragraphs>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HAROLDO ALCOBACAS DE SOUSA</cp:lastModifiedBy>
  <cp:revision>2</cp:revision>
  <dcterms:created xsi:type="dcterms:W3CDTF">2006-08-16T00:00:00Z</dcterms:created>
  <dcterms:modified xsi:type="dcterms:W3CDTF">2026-06-08T12:13:03Z</dcterms:modified>
</cp:coreProperties>
</file>